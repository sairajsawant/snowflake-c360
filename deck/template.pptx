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anropeSemiBold-bold.fntdata"/><Relationship Id="rId12" Type="http://schemas.openxmlformats.org/officeDocument/2006/relationships/font" Target="fonts/Manrope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anrope-bold.fntdata"/><Relationship Id="rId14" Type="http://schemas.openxmlformats.org/officeDocument/2006/relationships/font" Target="fonts/Manrop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Name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Problem Statement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Leader Name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43"/>
              <a:buFont typeface="Arial"/>
              <a:buNone/>
            </a:pPr>
            <a:r>
              <a:rPr b="0" i="0" lang="en-GB" sz="1343" u="none" cap="none" strike="noStrike">
                <a:solidFill>
                  <a:srgbClr val="202729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Team Size :</a:t>
            </a:r>
            <a:endParaRPr b="0" i="0" sz="1343" u="none" cap="none" strike="noStrike">
              <a:solidFill>
                <a:srgbClr val="202729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329100" y="600420"/>
            <a:ext cx="8485800" cy="42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Submission Guidelines:</a:t>
            </a:r>
            <a:b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b="1" i="1" lang="en-GB" sz="1442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(Things to add on the submission deck)</a:t>
            </a:r>
            <a:endParaRPr b="1" i="1" sz="1442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1. Problem Brief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real business problem does this solve?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Who is the target user/persona?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What is the current pain point and how does this improve it?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Industry/domain context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5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2. Architecture Diagram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System design showing data flow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Which CoCo CLI skills are used and how they connect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Data sources (structured/unstructured)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modular components plug together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3. Impact Statement</a:t>
            </a:r>
            <a:endParaRPr b="1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Measurable outcomes (time saved, accuracy improvement, etc.)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Scalability potential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2293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02729"/>
              </a:buClr>
              <a:buSzPct val="100000"/>
              <a:buFont typeface="Manrope"/>
              <a:buChar char="●"/>
            </a:pPr>
            <a:r>
              <a:rPr b="0" i="0" lang="en-GB" sz="17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How this extends beyond the demo</a:t>
            </a:r>
            <a:endParaRPr b="0" i="0" sz="1700" u="none" cap="none" strike="noStrike">
              <a:solidFill>
                <a:srgbClr val="202729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315900" y="4478850"/>
            <a:ext cx="85122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b="1" i="1" lang="en-GB" sz="900" u="none" cap="none" strike="noStrike">
                <a:solidFill>
                  <a:srgbClr val="202729"/>
                </a:solidFill>
                <a:latin typeface="Manrope"/>
                <a:ea typeface="Manrope"/>
                <a:cs typeface="Manrope"/>
                <a:sym typeface="Manrope"/>
              </a:rPr>
              <a:t>Additional Slide</a:t>
            </a:r>
            <a:endParaRPr b="0" i="1" sz="600" u="none" cap="none" strike="noStrike">
              <a:solidFill>
                <a:srgbClr val="434343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